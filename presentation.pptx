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5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6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1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0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2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9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9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7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0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22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13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73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7784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53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82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1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E3564-4CE8-48D3-A61E-4443F66FC71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9F600AB-2E97-4037-A25E-907EE47F6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0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8A6F-5B52-5160-3277-B334D5F83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Branch Prediction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E0A0A-F7CF-A425-B224-2A9589ED66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Roy Rodriguez</a:t>
            </a:r>
          </a:p>
        </p:txBody>
      </p:sp>
    </p:spTree>
    <p:extLst>
      <p:ext uri="{BB962C8B-B14F-4D97-AF65-F5344CB8AC3E}">
        <p14:creationId xmlns:p14="http://schemas.microsoft.com/office/powerpoint/2010/main" val="360717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3237B-D536-4B4C-8928-3510CB0F8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D1A21-B2E8-6B13-09DF-C70B8534D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Test Program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8B1383-B33A-45D9-AF5F-DD1522135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91F2BA1-6CDD-5B8F-3A59-5F775E206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sz="3200" dirty="0"/>
              <a:t>Multiple if statements</a:t>
            </a:r>
          </a:p>
          <a:p>
            <a:r>
              <a:rPr lang="en-US" sz="3200" dirty="0"/>
              <a:t>Single loop</a:t>
            </a:r>
          </a:p>
          <a:p>
            <a:r>
              <a:rPr lang="en-US" sz="3200" dirty="0"/>
              <a:t>Nested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95CDB-8E92-7998-C8D9-90267F4CE8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833"/>
          <a:stretch>
            <a:fillRect/>
          </a:stretch>
        </p:blipFill>
        <p:spPr>
          <a:xfrm>
            <a:off x="4619543" y="1151540"/>
            <a:ext cx="3394925" cy="4229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5A090B-A629-CEDC-592F-D5A9BD82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655"/>
          <a:stretch>
            <a:fillRect/>
          </a:stretch>
        </p:blipFill>
        <p:spPr>
          <a:xfrm>
            <a:off x="8193436" y="640080"/>
            <a:ext cx="3364441" cy="5252773"/>
          </a:xfrm>
          <a:prstGeom prst="rect">
            <a:avLst/>
          </a:prstGeom>
        </p:spPr>
      </p:pic>
      <p:sp>
        <p:nvSpPr>
          <p:cNvPr id="18" name="Freeform 11">
            <a:extLst>
              <a:ext uri="{FF2B5EF4-FFF2-40B4-BE49-F238E27FC236}">
                <a16:creationId xmlns:a16="http://schemas.microsoft.com/office/drawing/2014/main" id="{ADD2565E-493E-4545-99C0-2F033FA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8C46C-F674-33A0-D299-04F6C44B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BD28454-BFF8-5035-74B6-A58B30E4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E2208-7FAC-AD0E-BAA6-3E156957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Test 1 – </a:t>
            </a:r>
            <a:br>
              <a:rPr lang="en-US" dirty="0"/>
            </a:br>
            <a:r>
              <a:rPr lang="en-US" dirty="0"/>
              <a:t>Never Take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1319F-193E-58FE-669F-22EA7458A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F95B7B-B4B2-54ED-D27B-B28778EF8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sz="3200" dirty="0"/>
              <a:t>Identical to Assignment 5</a:t>
            </a:r>
          </a:p>
          <a:p>
            <a:r>
              <a:rPr lang="en-US" sz="3200" dirty="0"/>
              <a:t>Uses branch stats to take note of accuracy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B77EC80A-7EF6-5CD0-E6EA-CCBD0BE0D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5AE00-A2B2-0197-A598-27AD6A9D3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503" y="2308017"/>
            <a:ext cx="7078414" cy="223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6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38762-2935-E4CB-57B0-A5B1F3F2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0F72FC-3488-BC2B-8EAF-EF1FC6196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21910-1B80-1F1A-EF81-EB5B59F1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62694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Test 2 – </a:t>
            </a:r>
            <a:br>
              <a:rPr lang="en-US" dirty="0"/>
            </a:br>
            <a:r>
              <a:rPr lang="en-US" dirty="0"/>
              <a:t>1-Bit Predictor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B2EC88-8388-C978-05EB-CB35A3F48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9AD140-A9A0-06B5-B03B-425C39F9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23" y="1341529"/>
            <a:ext cx="11034775" cy="2140373"/>
          </a:xfrm>
        </p:spPr>
        <p:txBody>
          <a:bodyPr>
            <a:normAutofit/>
          </a:bodyPr>
          <a:lstStyle/>
          <a:p>
            <a:r>
              <a:rPr lang="en-US" sz="3200" dirty="0"/>
              <a:t>Starts by always taking</a:t>
            </a:r>
          </a:p>
          <a:p>
            <a:r>
              <a:rPr lang="en-US" sz="3200" dirty="0"/>
              <a:t>Switches whenever it’s wrong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04BE2A59-B369-5913-74D6-04B09F0C5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6DFD4-2451-91A8-F12D-81220731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12" y="2764903"/>
            <a:ext cx="11122975" cy="1909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DC066-C2CD-6B9C-8124-C9235CC1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770" y="4930758"/>
            <a:ext cx="6664460" cy="13168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2D954E-FAD0-4C45-7779-DAE46AFBAA7C}"/>
              </a:ext>
            </a:extLst>
          </p:cNvPr>
          <p:cNvSpPr txBox="1"/>
          <p:nvPr/>
        </p:nvSpPr>
        <p:spPr>
          <a:xfrm>
            <a:off x="4680372" y="6301628"/>
            <a:ext cx="2831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(in IF stage)</a:t>
            </a:r>
          </a:p>
        </p:txBody>
      </p:sp>
    </p:spTree>
    <p:extLst>
      <p:ext uri="{BB962C8B-B14F-4D97-AF65-F5344CB8AC3E}">
        <p14:creationId xmlns:p14="http://schemas.microsoft.com/office/powerpoint/2010/main" val="374113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8007D-FFAA-54C8-BB8B-3F9248E59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7C3C34-EE8A-B5E5-7722-0D03824A2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96365-62FF-7B68-D182-8C5C6BC6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62694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Test 3 – </a:t>
            </a:r>
            <a:br>
              <a:rPr lang="en-US" dirty="0"/>
            </a:br>
            <a:r>
              <a:rPr lang="en-US" dirty="0"/>
              <a:t>2-Bit Predictor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CFCABF-D9F5-4535-F6E7-FDCC30BD0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98B90E-C2C7-5551-716A-9B8BA04C7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23" y="1341529"/>
            <a:ext cx="11034775" cy="2140373"/>
          </a:xfrm>
        </p:spPr>
        <p:txBody>
          <a:bodyPr>
            <a:normAutofit/>
          </a:bodyPr>
          <a:lstStyle/>
          <a:p>
            <a:r>
              <a:rPr lang="en-US" sz="3200" dirty="0"/>
              <a:t>Starts by weakly taking</a:t>
            </a:r>
          </a:p>
          <a:p>
            <a:r>
              <a:rPr lang="en-US" sz="3200" dirty="0"/>
              <a:t>Weak bit changes before main branch predictor does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A84D939E-CF70-61C9-093F-1E356A6ED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0272F-EA0A-A526-CA10-7B0E29F3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885" y="3331107"/>
            <a:ext cx="6908229" cy="254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8459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</TotalTime>
  <Words>69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Branch Prediction Performance</vt:lpstr>
      <vt:lpstr>Test Program</vt:lpstr>
      <vt:lpstr>Test 1 –  Never Take</vt:lpstr>
      <vt:lpstr>Test 2 –  1-Bit Predictor</vt:lpstr>
      <vt:lpstr>Test 3 –  2-Bit Predictor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Rodriguez</dc:creator>
  <cp:lastModifiedBy>Roy Rodriguez</cp:lastModifiedBy>
  <cp:revision>1</cp:revision>
  <dcterms:created xsi:type="dcterms:W3CDTF">2026-05-03T16:40:57Z</dcterms:created>
  <dcterms:modified xsi:type="dcterms:W3CDTF">2026-05-03T16:53:35Z</dcterms:modified>
</cp:coreProperties>
</file>
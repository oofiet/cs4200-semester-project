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2" r:id="rId3"/>
    <p:sldId id="257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25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54661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11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6016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12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3969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696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1777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607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2222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31372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773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77784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1535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782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4217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E3564-4CE8-48D3-A61E-4443F66FC718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C9F600AB-2E97-4037-A25E-907EE47F61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507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DD8A6F-5B52-5160-3277-B334D5F8396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Branch Prediction Performance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6E0A0A-F7CF-A425-B224-2A9589ED66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Roy Rodriguez</a:t>
            </a:r>
          </a:p>
        </p:txBody>
      </p:sp>
    </p:spTree>
    <p:extLst>
      <p:ext uri="{BB962C8B-B14F-4D97-AF65-F5344CB8AC3E}">
        <p14:creationId xmlns:p14="http://schemas.microsoft.com/office/powerpoint/2010/main" val="3607170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3FAAF-286F-06A5-11A1-5C44DE1CC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Brief 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A7EDF6-A234-0BAA-6B0D-EE2B2046F7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Branch prediction used to update next PC preemptively</a:t>
            </a:r>
          </a:p>
          <a:p>
            <a:r>
              <a:rPr lang="en-US" sz="4400" dirty="0"/>
              <a:t>3 branch predictors used in this project</a:t>
            </a:r>
          </a:p>
        </p:txBody>
      </p:sp>
    </p:spTree>
    <p:extLst>
      <p:ext uri="{BB962C8B-B14F-4D97-AF65-F5344CB8AC3E}">
        <p14:creationId xmlns:p14="http://schemas.microsoft.com/office/powerpoint/2010/main" val="41485940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9073237B-D536-4B4C-8928-3510CB0F89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D1A21-B2E8-6B13-09DF-C70B8534D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Program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8B1383-B33A-45D9-AF5F-DD1522135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991F2BA1-6CDD-5B8F-3A59-5F775E206A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33600"/>
            <a:ext cx="3650278" cy="3759253"/>
          </a:xfrm>
        </p:spPr>
        <p:txBody>
          <a:bodyPr>
            <a:normAutofit/>
          </a:bodyPr>
          <a:lstStyle/>
          <a:p>
            <a:r>
              <a:rPr lang="en-US" sz="3200" dirty="0"/>
              <a:t>Multiple if statements</a:t>
            </a:r>
          </a:p>
          <a:p>
            <a:r>
              <a:rPr lang="en-US" sz="3200" dirty="0"/>
              <a:t>Single loop</a:t>
            </a:r>
          </a:p>
          <a:p>
            <a:r>
              <a:rPr lang="en-US" sz="3200" dirty="0"/>
              <a:t>Nested loop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7495CDB-8E92-7998-C8D9-90267F4CE8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5833"/>
          <a:stretch>
            <a:fillRect/>
          </a:stretch>
        </p:blipFill>
        <p:spPr>
          <a:xfrm>
            <a:off x="4619543" y="1151540"/>
            <a:ext cx="3394925" cy="422985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45A090B-A629-CEDC-592F-D5A9BD8239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655"/>
          <a:stretch>
            <a:fillRect/>
          </a:stretch>
        </p:blipFill>
        <p:spPr>
          <a:xfrm>
            <a:off x="8193436" y="640080"/>
            <a:ext cx="3364441" cy="5252773"/>
          </a:xfrm>
          <a:prstGeom prst="rect">
            <a:avLst/>
          </a:prstGeom>
        </p:spPr>
      </p:pic>
      <p:sp>
        <p:nvSpPr>
          <p:cNvPr id="18" name="Freeform 11">
            <a:extLst>
              <a:ext uri="{FF2B5EF4-FFF2-40B4-BE49-F238E27FC236}">
                <a16:creationId xmlns:a16="http://schemas.microsoft.com/office/drawing/2014/main" id="{ADD2565E-493E-4545-99C0-2F033FAF9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1871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F18C46C-F674-33A0-D299-04F6C44B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FBD28454-BFF8-5035-74B6-A58B30E41A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8E2208-7FAC-AD0E-BAA6-3E156957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645106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1 – </a:t>
            </a:r>
            <a:br>
              <a:rPr lang="en-US" dirty="0"/>
            </a:br>
            <a:r>
              <a:rPr lang="en-US" dirty="0"/>
              <a:t>Never Take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051319F-193E-58FE-669F-22EA7458A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FF95B7B-B4B2-54ED-D27B-B28778EF80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225" y="2133600"/>
            <a:ext cx="3650278" cy="3759253"/>
          </a:xfrm>
        </p:spPr>
        <p:txBody>
          <a:bodyPr>
            <a:normAutofit/>
          </a:bodyPr>
          <a:lstStyle/>
          <a:p>
            <a:r>
              <a:rPr lang="en-US" sz="3200" dirty="0"/>
              <a:t>Identical to Assignment 5</a:t>
            </a:r>
          </a:p>
          <a:p>
            <a:r>
              <a:rPr lang="en-US" sz="3200" dirty="0"/>
              <a:t>Uses branch stats to take note of accuracy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B77EC80A-7EF6-5CD0-E6EA-CCBD0BE0DD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B5AE00-A2B2-0197-A598-27AD6A9D3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503" y="2308017"/>
            <a:ext cx="7078414" cy="22364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3645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038762-2935-E4CB-57B0-A5B1F3F29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10F72FC-3488-BC2B-8EAF-EF1FC6196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521910-1B80-1F1A-EF81-EB5B59F1A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62694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2 – </a:t>
            </a:r>
            <a:br>
              <a:rPr lang="en-US" dirty="0"/>
            </a:br>
            <a:r>
              <a:rPr lang="en-US" dirty="0"/>
              <a:t>1-Bit Predictor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B2EC88-8388-C978-05EB-CB35A3F486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A9AD140-A9A0-06B5-B03B-425C39F9E1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23" y="1341529"/>
            <a:ext cx="11034775" cy="2140373"/>
          </a:xfrm>
        </p:spPr>
        <p:txBody>
          <a:bodyPr>
            <a:normAutofit/>
          </a:bodyPr>
          <a:lstStyle/>
          <a:p>
            <a:r>
              <a:rPr lang="en-US" sz="3200" dirty="0"/>
              <a:t>Starts by always taking</a:t>
            </a:r>
          </a:p>
          <a:p>
            <a:r>
              <a:rPr lang="en-US" sz="3200" dirty="0"/>
              <a:t>Switches whenever it’s wrong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04BE2A59-B369-5913-74D6-04B09F0C54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6DFD4-2451-91A8-F12D-81220731F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512" y="2764903"/>
            <a:ext cx="11122975" cy="1909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23DC066-C2CD-6B9C-8124-C9235CC1DF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3770" y="4930758"/>
            <a:ext cx="6664460" cy="131683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2D954E-FAD0-4C45-7779-DAE46AFBAA7C}"/>
              </a:ext>
            </a:extLst>
          </p:cNvPr>
          <p:cNvSpPr txBox="1"/>
          <p:nvPr/>
        </p:nvSpPr>
        <p:spPr>
          <a:xfrm>
            <a:off x="4680372" y="6301628"/>
            <a:ext cx="2831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(in IF stage)</a:t>
            </a:r>
          </a:p>
        </p:txBody>
      </p:sp>
    </p:spTree>
    <p:extLst>
      <p:ext uri="{BB962C8B-B14F-4D97-AF65-F5344CB8AC3E}">
        <p14:creationId xmlns:p14="http://schemas.microsoft.com/office/powerpoint/2010/main" val="3741137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98007D-FFAA-54C8-BB8B-3F9248E59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77C3C34-EE8A-B5E5-7722-0D03824A26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786"/>
            <a:ext cx="12192000" cy="685403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096365-62FF-7B68-D182-8C5C6BC64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9224" y="162694"/>
            <a:ext cx="3650279" cy="1259894"/>
          </a:xfrm>
        </p:spPr>
        <p:txBody>
          <a:bodyPr>
            <a:normAutofit/>
          </a:bodyPr>
          <a:lstStyle/>
          <a:p>
            <a:r>
              <a:rPr lang="en-US" dirty="0"/>
              <a:t>Test 3 – </a:t>
            </a:r>
            <a:br>
              <a:rPr lang="en-US" dirty="0"/>
            </a:br>
            <a:r>
              <a:rPr lang="en-US" dirty="0"/>
              <a:t>2-Bit Predictor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CFCABF-D9F5-4535-F6E7-FDCC30BD02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598B90E-C2C7-5551-716A-9B8BA04C7D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123" y="1341529"/>
            <a:ext cx="11034775" cy="2140373"/>
          </a:xfrm>
        </p:spPr>
        <p:txBody>
          <a:bodyPr>
            <a:normAutofit/>
          </a:bodyPr>
          <a:lstStyle/>
          <a:p>
            <a:r>
              <a:rPr lang="en-US" sz="3200" dirty="0"/>
              <a:t>Starts by weakly taking</a:t>
            </a:r>
          </a:p>
          <a:p>
            <a:r>
              <a:rPr lang="en-US" sz="3200" dirty="0"/>
              <a:t>Weak bit changes before main branch predictor does</a:t>
            </a:r>
          </a:p>
        </p:txBody>
      </p:sp>
      <p:sp>
        <p:nvSpPr>
          <p:cNvPr id="18" name="Freeform 11">
            <a:extLst>
              <a:ext uri="{FF2B5EF4-FFF2-40B4-BE49-F238E27FC236}">
                <a16:creationId xmlns:a16="http://schemas.microsoft.com/office/drawing/2014/main" id="{A84D939E-CF70-61C9-093F-1E356A6ED4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6061223"/>
            <a:ext cx="1038036" cy="506277"/>
          </a:xfrm>
          <a:custGeom>
            <a:avLst/>
            <a:gdLst>
              <a:gd name="connsiteX0" fmla="*/ 0 w 1038036"/>
              <a:gd name="connsiteY0" fmla="*/ 0 h 506277"/>
              <a:gd name="connsiteX1" fmla="*/ 182880 w 1038036"/>
              <a:gd name="connsiteY1" fmla="*/ 0 h 506277"/>
              <a:gd name="connsiteX2" fmla="*/ 291705 w 1038036"/>
              <a:gd name="connsiteY2" fmla="*/ 0 h 506277"/>
              <a:gd name="connsiteX3" fmla="*/ 291705 w 1038036"/>
              <a:gd name="connsiteY3" fmla="*/ 151 h 506277"/>
              <a:gd name="connsiteX4" fmla="*/ 692049 w 1038036"/>
              <a:gd name="connsiteY4" fmla="*/ 705 h 506277"/>
              <a:gd name="connsiteX5" fmla="*/ 782744 w 1038036"/>
              <a:gd name="connsiteY5" fmla="*/ 705 h 506277"/>
              <a:gd name="connsiteX6" fmla="*/ 797001 w 1038036"/>
              <a:gd name="connsiteY6" fmla="*/ 5473 h 506277"/>
              <a:gd name="connsiteX7" fmla="*/ 801982 w 1038036"/>
              <a:gd name="connsiteY7" fmla="*/ 10242 h 506277"/>
              <a:gd name="connsiteX8" fmla="*/ 1030951 w 1038036"/>
              <a:gd name="connsiteY8" fmla="*/ 239185 h 506277"/>
              <a:gd name="connsiteX9" fmla="*/ 1030951 w 1038036"/>
              <a:gd name="connsiteY9" fmla="*/ 267797 h 506277"/>
              <a:gd name="connsiteX10" fmla="*/ 801982 w 1038036"/>
              <a:gd name="connsiteY10" fmla="*/ 496740 h 506277"/>
              <a:gd name="connsiteX11" fmla="*/ 797001 w 1038036"/>
              <a:gd name="connsiteY11" fmla="*/ 501508 h 506277"/>
              <a:gd name="connsiteX12" fmla="*/ 782744 w 1038036"/>
              <a:gd name="connsiteY12" fmla="*/ 506277 h 506277"/>
              <a:gd name="connsiteX13" fmla="*/ 692049 w 1038036"/>
              <a:gd name="connsiteY13" fmla="*/ 506277 h 506277"/>
              <a:gd name="connsiteX14" fmla="*/ 291705 w 1038036"/>
              <a:gd name="connsiteY14" fmla="*/ 505140 h 506277"/>
              <a:gd name="connsiteX15" fmla="*/ 291705 w 1038036"/>
              <a:gd name="connsiteY15" fmla="*/ 506277 h 506277"/>
              <a:gd name="connsiteX16" fmla="*/ 0 w 1038036"/>
              <a:gd name="connsiteY16" fmla="*/ 506277 h 506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038036" h="506277">
                <a:moveTo>
                  <a:pt x="0" y="0"/>
                </a:moveTo>
                <a:lnTo>
                  <a:pt x="182880" y="0"/>
                </a:lnTo>
                <a:lnTo>
                  <a:pt x="291705" y="0"/>
                </a:lnTo>
                <a:lnTo>
                  <a:pt x="291705" y="151"/>
                </a:lnTo>
                <a:lnTo>
                  <a:pt x="692049" y="705"/>
                </a:lnTo>
                <a:lnTo>
                  <a:pt x="782744" y="705"/>
                </a:lnTo>
                <a:cubicBezTo>
                  <a:pt x="787553" y="705"/>
                  <a:pt x="792363" y="5473"/>
                  <a:pt x="797001" y="5473"/>
                </a:cubicBezTo>
                <a:cubicBezTo>
                  <a:pt x="797001" y="10242"/>
                  <a:pt x="801982" y="10242"/>
                  <a:pt x="801982" y="10242"/>
                </a:cubicBezTo>
                <a:lnTo>
                  <a:pt x="1030951" y="239185"/>
                </a:lnTo>
                <a:cubicBezTo>
                  <a:pt x="1040398" y="248722"/>
                  <a:pt x="1040398" y="258259"/>
                  <a:pt x="1030951" y="267797"/>
                </a:cubicBezTo>
                <a:lnTo>
                  <a:pt x="801982" y="496740"/>
                </a:lnTo>
                <a:cubicBezTo>
                  <a:pt x="800436" y="498363"/>
                  <a:pt x="798547" y="499885"/>
                  <a:pt x="797001" y="501508"/>
                </a:cubicBezTo>
                <a:cubicBezTo>
                  <a:pt x="792363" y="506277"/>
                  <a:pt x="787553" y="506277"/>
                  <a:pt x="782744" y="506277"/>
                </a:cubicBezTo>
                <a:lnTo>
                  <a:pt x="692049" y="506277"/>
                </a:lnTo>
                <a:lnTo>
                  <a:pt x="291705" y="505140"/>
                </a:lnTo>
                <a:lnTo>
                  <a:pt x="291705" y="506277"/>
                </a:lnTo>
                <a:lnTo>
                  <a:pt x="0" y="506277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40272F-EA0A-A526-CA10-7B0E29F32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885" y="3331107"/>
            <a:ext cx="6908229" cy="2543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984597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15</TotalTime>
  <Words>86</Words>
  <Application>Microsoft Office PowerPoint</Application>
  <PresentationFormat>Widescreen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Century Gothic</vt:lpstr>
      <vt:lpstr>Wingdings 3</vt:lpstr>
      <vt:lpstr>Wisp</vt:lpstr>
      <vt:lpstr>Branch Prediction Performance</vt:lpstr>
      <vt:lpstr>Brief Intro</vt:lpstr>
      <vt:lpstr>Test Program</vt:lpstr>
      <vt:lpstr>Test 1 –  Never Take</vt:lpstr>
      <vt:lpstr>Test 2 –  1-Bit Predictor</vt:lpstr>
      <vt:lpstr>Test 3 –  2-Bit Predictor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Roy Rodriguez</dc:creator>
  <cp:lastModifiedBy>Roy Rodriguez</cp:lastModifiedBy>
  <cp:revision>2</cp:revision>
  <dcterms:created xsi:type="dcterms:W3CDTF">2026-05-03T16:40:57Z</dcterms:created>
  <dcterms:modified xsi:type="dcterms:W3CDTF">2026-05-03T17:33:06Z</dcterms:modified>
</cp:coreProperties>
</file>